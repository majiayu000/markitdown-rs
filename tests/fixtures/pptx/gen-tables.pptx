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 | pipe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a*b_c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two</a:t>
                      </a:r>
                    </a:p>
                    <a:p>
                      <a:r>
                        <a:t>paragraphs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soft</a:t>
                      </a:r>
                      <a:br/>
                      <a:r>
                        <a:t>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&lt;b&gt;&amp;amp;&lt;/b&gt;</a:t>
                      </a:r>
                    </a:p>
                  </a:txBody>
                  <a:tcPr/>
                </a:tc>
              </a:tr>
              <a:tr h="457200">
                <a:tc gridSpan="2">
                  <a:txBody>
                    <a:bodyPr/>
                    <a:lstStyle/>
                    <a:p>
                      <a:r>
                        <a:t>merged across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last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1148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 rowSpan="2">
                  <a:txBody>
                    <a:bodyPr/>
                    <a:lstStyle/>
                    <a:p>
                      <a:r>
                        <a:t>tall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</a:tr>
              <a:tr h="4572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