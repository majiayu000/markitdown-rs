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457200"/>
            <a:ext cx="3657600" cy="5029200"/>
            <a:chOff x="914400" y="457200"/>
            <a:chExt cx="3657600" cy="5029200"/>
          </a:xfrm>
        </p:grpSpPr>
        <p:sp>
          <p:nvSpPr>
            <p:cNvPr id="3" name="TextBox 2"/>
            <p:cNvSpPr txBox="1"/>
            <p:nvPr/>
          </p:nvSpPr>
          <p:spPr>
            <a:xfrm>
              <a:off x="914400" y="2743200"/>
              <a:ext cx="18288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 child 0 top=3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914400"/>
              <a:ext cx="18288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 child 1 top=1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1828800"/>
              <a:ext cx="18288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 child 2 top=2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3657600" y="457200"/>
              <a:ext cx="914400" cy="914400"/>
              <a:chOff x="3657600" y="457200"/>
              <a:chExt cx="914400" cy="914400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3657600" y="457200"/>
                <a:ext cx="9144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nested group text</a:t>
                </a:r>
              </a:p>
            </p:txBody>
          </p:sp>
        </p:grpSp>
        <p:pic>
          <p:nvPicPr>
            <p:cNvPr id="10" name="Picture 9" descr="   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4572000"/>
              <a:ext cx="914400" cy="914400"/>
            </a:xfrm>
            <a:prstGeom prst="rect">
              <a:avLst/>
            </a:prstGeom>
          </p:spPr>
        </p:pic>
      </p:grpSp>
      <p:pic>
        <p:nvPicPr>
          <p:cNvPr id="8" name="Picture 7 (logo) ünï" descr="A logo&#10;with [brackets]&#13;&#10;and   sp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914400" cy="914400"/>
          </a:xfrm>
          <a:prstGeom prst="rect">
            <a:avLst/>
          </a:prstGeom>
        </p:spPr>
      </p:pic>
      <p:pic>
        <p:nvPicPr>
          <p:cNvPr id="9" name="No descriptio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743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placeholder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2500" b="1250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caption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