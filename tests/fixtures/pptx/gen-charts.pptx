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Clustered | columns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2">
                  <c:v>1e-05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0.30000000000000004</c:v>
                </c:pt>
                <c:pt idx="1">
                  <c:v>1e+16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3.75</c:v>
                </c:pt>
                <c:pt idx="2">
                  <c:v>-1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5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x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second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barChart>
        <c:barDir val="col"/>
        <c:grouping val="standard"/>
        <c:varyColors val="0"/>
        <c:ser>
          <c:idx val="0"/>
          <c:order val="15"/>
          <c:tx>
            <c:strRef>
              <c:f>Sheet1!$B$1</c:f>
              <c:strCache>
                <c:ptCount val="1"/>
                <c:pt idx="0">
                  <c:v>first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1"/>
          <c:tx>
            <c:strRef>
              <c:f>Sheet1!$C$1</c:f>
              <c:strCache>
                <c:ptCount val="1"/>
                <c:pt idx="0">
                  <c:v>second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mooth val="0"/>
        <c:axId val="2118791784"/>
        <c:axId val="2140495176"/>
      </c:bar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3D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Chart>
      <c:bar3D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3D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4572000"/>
          <a:ext cx="274320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2743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0" y="914400"/>
          <a:ext cx="27432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