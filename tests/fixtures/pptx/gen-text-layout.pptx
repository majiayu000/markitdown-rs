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</a:t>
            </a:r>
          </a:p>
          <a:p>
            <a:r>
              <a:t>second notes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 Leading spaces are stripped from titles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paragraph</a:t>
            </a:r>
          </a:p>
          <a:p>
            <a:r>
              <a:t>line one</a:t>
            </a:r>
            <a:br/>
            <a:r>
              <a:t>line two after a soft break</a:t>
            </a:r>
          </a:p>
          <a:p/>
          <a:p>
            <a:r>
              <a:t>* not a bullet _ not emphasis # not a heading</a:t>
            </a:r>
          </a:p>
          <a:p>
            <a:r>
              <a:rPr b="1"/>
              <a:t>bold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572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box 0 at top=5 left=5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box 1 at top=1 left=6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box 2 at top=5 left=1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box 3 at top=1 left=1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under a blank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中文标题 — ünïcode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Blank layout, no title placeholder</a:t>
            </a:r>
          </a:p>
          <a:p/>
          <a:p/>
          <a:p>
            <a:r>
              <a:t>three newlines above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82880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Moved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</a:xfrm>
        </p:spPr>
        <p:txBody>
          <a:bodyPr/>
          <a:lstStyle/>
          <a:p>
            <a:r>
              <a:t>body placeholder moved to the top-left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textbox at the same origin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